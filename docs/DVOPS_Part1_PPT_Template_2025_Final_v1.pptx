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5B4C828-EB6F-0E44-9382-2E86C03354A5}" name="Sankara RAJULU (TP)" initials="SR" userId="S::sankara@TP.EDU.SG::90b67e19-7016-40f5-ab67-6559d5fe8b43" providerId="AD"/>
  <p188:author id="{DD2DFD28-22D1-C1A1-DD37-FF576EA31E25}" name="Ryan JUSTIN (TP)" initials="RJ" userId="S::justinry@tp.edu.sg::9238ee69-0c17-4f7e-b0db-2bf44655010f" providerId="AD"/>
  <p188:author id="{169F274F-F098-C1F6-D601-B0112F09B271}" name="Huimei HU (TP)" initials="HH" userId="S::huhuimei@TP.EDU.SG::a29a4bbc-18db-490d-a67f-1aa7bbd5f923" providerId="AD"/>
  <p188:author id="{081E04BF-AB71-90F1-F4FE-B6EA0ADB2B0B}" name="Daryl CHIA (TP)" initials="DC" userId="S::darylbin@tp.edu.sg::caefe7b5-34ea-4bb7-a62f-b9d75aca4cfc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1" d="100"/>
          <a:sy n="71" d="100"/>
        </p:scale>
        <p:origin x="69" y="3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8/10/relationships/authors" Target="author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B5D57-F881-45AD-8225-D42B363A6E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5D06B8-26D2-4806-A3CE-D2DEA23361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83E40B-35BB-4FF4-B5E1-05595DEDCD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4492B-C8A7-4450-8611-66E9CB2F5DC0}" type="datetimeFigureOut">
              <a:rPr lang="en-SG" smtClean="0"/>
              <a:t>16/10/2025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D2AFD5-108E-45D4-A271-CA91C83B7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9D424E-2580-4772-A771-BB0BCC6AF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CFD41-289C-451D-A9C3-43265EE37BA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811977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DA8CE-EABE-4B69-A02F-7E1E0E2F0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D5465F-6F26-43DF-B1BB-69013358F2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F6222C-732B-4532-8C80-309FFB15C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4492B-C8A7-4450-8611-66E9CB2F5DC0}" type="datetimeFigureOut">
              <a:rPr lang="en-SG" smtClean="0"/>
              <a:t>16/10/2025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B81AD8-FBF1-403F-BA2C-ADF40651E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579450-FA97-4C2F-B665-E6DF12E6E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CFD41-289C-451D-A9C3-43265EE37BA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9753570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1DD72-7265-492E-9AF4-30C6EDE75E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06981F-F00B-493E-8B5D-6BADBD8788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B4964F-5455-44C1-BE26-6BFEDEA69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4492B-C8A7-4450-8611-66E9CB2F5DC0}" type="datetimeFigureOut">
              <a:rPr lang="en-SG" smtClean="0"/>
              <a:t>16/10/2025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E2B31B-1632-4955-BE34-B91764BBBB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7CDD5E-498A-48E6-84C3-AED55BAD0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CFD41-289C-451D-A9C3-43265EE37BA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1234099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0D7D6-C2CD-43F8-8AF2-0EF5130A2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E9433B-9789-4FB2-9141-3E69F29009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7205C1-1321-4FF6-A586-968A96EBF0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8312D4-46A9-448C-A3C4-A3D02F34F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4492B-C8A7-4450-8611-66E9CB2F5DC0}" type="datetimeFigureOut">
              <a:rPr lang="en-SG" smtClean="0"/>
              <a:t>16/10/2025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67D681-5F03-429F-AE4C-A8938F107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1B1619-9940-4A47-A815-80CE12EAC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CFD41-289C-451D-A9C3-43265EE37BA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4217168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430710-4F73-4D56-BF35-B728D94F7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6FBFE0-A930-478B-8322-C72A5500B6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A0200A-492E-4C3F-B713-07124E8C70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485CEB-F266-483A-817F-6C2FB8D13F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BDC987-C032-4084-BE0F-D007A74E62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A8113BA-5715-42C8-B3EB-E29A264FF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4492B-C8A7-4450-8611-66E9CB2F5DC0}" type="datetimeFigureOut">
              <a:rPr lang="en-SG" smtClean="0"/>
              <a:t>16/10/2025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86DFC1A-0564-446C-9D91-F2B1F4530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5E5FC80-9335-4FE4-8B41-239C5E710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CFD41-289C-451D-A9C3-43265EE37BA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634107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D60F3-9943-4047-A3CF-DFF24AC88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157AFB-5FF0-4142-A1AE-DFF744AD4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4492B-C8A7-4450-8611-66E9CB2F5DC0}" type="datetimeFigureOut">
              <a:rPr lang="en-SG" smtClean="0"/>
              <a:t>16/10/2025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6EBF30-C352-4B16-9BD2-53084334F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1C5C22-5B4A-4463-B3E6-574B1A4E6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CFD41-289C-451D-A9C3-43265EE37BA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978318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EF0B66A-6AA4-4B33-A4BD-E5E3377A92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4492B-C8A7-4450-8611-66E9CB2F5DC0}" type="datetimeFigureOut">
              <a:rPr lang="en-SG" smtClean="0"/>
              <a:t>16/10/2025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D4FBD8-C6FF-4571-95CE-50C825D65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41B351-8FB2-403F-8212-C322291EF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CFD41-289C-451D-A9C3-43265EE37BA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03490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E6B02-5CE6-4CD7-92B4-59A47F0349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626031-8EEF-4308-9A0A-749B69DE34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8EAC67-C899-46F6-A933-BEC84C0DBC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078FF3-591C-4E6C-8B47-083F50285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4492B-C8A7-4450-8611-66E9CB2F5DC0}" type="datetimeFigureOut">
              <a:rPr lang="en-SG" smtClean="0"/>
              <a:t>16/10/2025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EE802B-9E4A-4953-9C8D-9D54DA7FF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884A21-D720-45D1-9C01-D93C1766B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CFD41-289C-451D-A9C3-43265EE37BA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447301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1899C-638A-476D-8AFF-238F56B875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77751D-7CE3-4322-BFA9-80B395683E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B2D929-24A1-48CD-A640-E39CD9FAB3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107366-0DC9-4F62-B749-B24EA7016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4492B-C8A7-4450-8611-66E9CB2F5DC0}" type="datetimeFigureOut">
              <a:rPr lang="en-SG" smtClean="0"/>
              <a:t>16/10/2025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792515-E049-415F-BAE2-D148AAD28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C2DCF5-CD21-4790-B2A9-19D071AAA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CFD41-289C-451D-A9C3-43265EE37BA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871936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D620B-D65A-4CEA-B529-5CF8E74DF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4EAEDA-B996-4838-AFC5-0E93B96C1D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0EFAED-49AF-4DB1-A9D8-0368C476E6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4492B-C8A7-4450-8611-66E9CB2F5DC0}" type="datetimeFigureOut">
              <a:rPr lang="en-SG" smtClean="0"/>
              <a:t>16/10/2025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72899C-AD6D-4C9B-B61A-2E50D426C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BB08F6-4D34-4F99-A9A7-CA02FDCC8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CFD41-289C-451D-A9C3-43265EE37BA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897615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E1FEF5-5C34-4975-82FE-6D7D3D0EED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824844-0D30-49CD-881F-B6A881539A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752F8A-7BCE-457B-9216-8375FD06B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4492B-C8A7-4450-8611-66E9CB2F5DC0}" type="datetimeFigureOut">
              <a:rPr lang="en-SG" smtClean="0"/>
              <a:t>16/10/2025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8D4D35-9034-4C85-8AEC-16D4C6419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1E0368-9472-4E54-8CBB-16049367E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CFD41-289C-451D-A9C3-43265EE37BA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14703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082671-1210-44E0-9B0E-3F521DC91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EA5F7A-45C1-4DD6-8B0F-7E195AE721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59C1F8-8139-4DC7-9767-6944F63712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94492B-C8A7-4450-8611-66E9CB2F5DC0}" type="datetimeFigureOut">
              <a:rPr lang="en-SG" smtClean="0"/>
              <a:t>16/10/2025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4B8BF9-4967-47EF-895A-B4EA7BF7B6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5F14D1-8132-462E-B88D-02CE3A2A07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0CFD41-289C-451D-A9C3-43265EE37BA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901014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F12CB-AB2B-4C4D-9340-953AD83280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124690"/>
          </a:xfrm>
        </p:spPr>
        <p:txBody>
          <a:bodyPr>
            <a:noAutofit/>
          </a:bodyPr>
          <a:lstStyle/>
          <a:p>
            <a:r>
              <a:rPr lang="en-SG" sz="4000" dirty="0"/>
              <a:t>&lt;Application Name&gt;</a:t>
            </a:r>
            <a:br>
              <a:rPr lang="en-SG" sz="4000" dirty="0"/>
            </a:br>
            <a:br>
              <a:rPr lang="en-SG" sz="4000" dirty="0"/>
            </a:br>
            <a:r>
              <a:rPr lang="en-SG" sz="4000" dirty="0"/>
              <a:t>Part 1: Presentation and Demonstration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7C911A-4200-4250-9A14-AA5F849E45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65563"/>
            <a:ext cx="9144000" cy="2124690"/>
          </a:xfrm>
        </p:spPr>
        <p:txBody>
          <a:bodyPr>
            <a:normAutofit/>
          </a:bodyPr>
          <a:lstStyle/>
          <a:p>
            <a:r>
              <a:rPr lang="en-US" sz="2200" dirty="0"/>
              <a:t>Group Members:</a:t>
            </a:r>
          </a:p>
          <a:p>
            <a:r>
              <a:rPr lang="en-US" sz="2200" dirty="0"/>
              <a:t>John Tan (240001A), Muhammad Aziz (240002B), Priya (240003C) </a:t>
            </a:r>
          </a:p>
          <a:p>
            <a:endParaRPr lang="en-US" sz="2200" dirty="0"/>
          </a:p>
          <a:p>
            <a:r>
              <a:rPr lang="en-US" sz="2200" dirty="0"/>
              <a:t>Class: PC0X</a:t>
            </a:r>
            <a:endParaRPr lang="en-SG" sz="2200" dirty="0"/>
          </a:p>
        </p:txBody>
      </p:sp>
    </p:spTree>
    <p:extLst>
      <p:ext uri="{BB962C8B-B14F-4D97-AF65-F5344CB8AC3E}">
        <p14:creationId xmlns:p14="http://schemas.microsoft.com/office/powerpoint/2010/main" val="15764010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5C604-1D05-4A54-90D1-48495B46E7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Web Application Features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2996703-7B6A-F990-F252-7796034D560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33252651"/>
              </p:ext>
            </p:extLst>
          </p:nvPr>
        </p:nvGraphicFramePr>
        <p:xfrm>
          <a:off x="838200" y="3422691"/>
          <a:ext cx="10515600" cy="1981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224414">
                  <a:extLst>
                    <a:ext uri="{9D8B030D-6E8A-4147-A177-3AD203B41FA5}">
                      <a16:colId xmlns:a16="http://schemas.microsoft.com/office/drawing/2014/main" val="3823830395"/>
                    </a:ext>
                  </a:extLst>
                </a:gridCol>
                <a:gridCol w="5837128">
                  <a:extLst>
                    <a:ext uri="{9D8B030D-6E8A-4147-A177-3AD203B41FA5}">
                      <a16:colId xmlns:a16="http://schemas.microsoft.com/office/drawing/2014/main" val="2136476981"/>
                    </a:ext>
                  </a:extLst>
                </a:gridCol>
                <a:gridCol w="2454058">
                  <a:extLst>
                    <a:ext uri="{9D8B030D-6E8A-4147-A177-3AD203B41FA5}">
                      <a16:colId xmlns:a16="http://schemas.microsoft.com/office/drawing/2014/main" val="34148429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Feature Name</a:t>
                      </a:r>
                      <a:endParaRPr lang="en-SG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Description</a:t>
                      </a:r>
                      <a:endParaRPr lang="en-SG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Implemented By</a:t>
                      </a:r>
                      <a:endParaRPr lang="en-SG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40091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SG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01315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SG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67473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SG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65322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SG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7960268"/>
                  </a:ext>
                </a:extLst>
              </a:tr>
            </a:tbl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4E1412-E3F5-6B6C-3E36-7D89D3248788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14186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Short overview of web application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1352709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6B2BD-2235-483B-84FE-37B2EB72E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SCM Strategies and Best Practices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FD0BF8-AA9F-40F3-898E-66F1127C6F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 1</a:t>
            </a:r>
          </a:p>
          <a:p>
            <a:r>
              <a:rPr lang="en-US" dirty="0"/>
              <a:t>Example 2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4525296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401B227-155B-4788-BB47-31C4B71E1B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Live Demonstration of SCM</a:t>
            </a:r>
            <a:endParaRPr lang="en-SG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20AB788-DC72-4B68-AA24-2A4CE99939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2439069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401B227-155B-4788-BB47-31C4B71E1B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Live Demonstration of </a:t>
            </a:r>
            <a:br>
              <a:rPr lang="en-US" dirty="0"/>
            </a:br>
            <a:r>
              <a:rPr lang="en-US" dirty="0"/>
              <a:t>Web Application</a:t>
            </a:r>
            <a:endParaRPr lang="en-SG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B8D38D5-5D9D-407D-B5CE-70BDA91D99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9879625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ED9F992-0349-483C-AC35-20A93AB15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/>
              <a:t>Additional Features</a:t>
            </a:r>
            <a:endParaRPr lang="en-SG" dirty="0"/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CB20736F-E8DB-48ED-A2CE-59D912CE2C1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73332634"/>
              </p:ext>
            </p:extLst>
          </p:nvPr>
        </p:nvGraphicFramePr>
        <p:xfrm>
          <a:off x="838200" y="1825625"/>
          <a:ext cx="10515600" cy="1981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298094">
                  <a:extLst>
                    <a:ext uri="{9D8B030D-6E8A-4147-A177-3AD203B41FA5}">
                      <a16:colId xmlns:a16="http://schemas.microsoft.com/office/drawing/2014/main" val="2384207274"/>
                    </a:ext>
                  </a:extLst>
                </a:gridCol>
                <a:gridCol w="3217506">
                  <a:extLst>
                    <a:ext uri="{9D8B030D-6E8A-4147-A177-3AD203B41FA5}">
                      <a16:colId xmlns:a16="http://schemas.microsoft.com/office/drawing/2014/main" val="39814912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Additional Feature</a:t>
                      </a:r>
                      <a:endParaRPr lang="en-SG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Implemented By</a:t>
                      </a:r>
                      <a:endParaRPr lang="en-SG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61491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SG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sz="2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37447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SG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sz="2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47448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SG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11658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SG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32876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64162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AAAFB2A4F81AF499435FEF2B8BF6527" ma:contentTypeVersion="20" ma:contentTypeDescription="Create a new document." ma:contentTypeScope="" ma:versionID="8fc89b9a645bf330636a0f3d23764a75">
  <xsd:schema xmlns:xsd="http://www.w3.org/2001/XMLSchema" xmlns:xs="http://www.w3.org/2001/XMLSchema" xmlns:p="http://schemas.microsoft.com/office/2006/metadata/properties" xmlns:ns2="0c19ae56-3fd1-4134-ad5d-f1df2bf4580a" xmlns:ns3="8c74f92f-9345-451a-8fcd-82ad1ddda40a" targetNamespace="http://schemas.microsoft.com/office/2006/metadata/properties" ma:root="true" ma:fieldsID="0733dce4fb5020861a07591fa8b2954d" ns2:_="" ns3:_="">
    <xsd:import namespace="0c19ae56-3fd1-4134-ad5d-f1df2bf4580a"/>
    <xsd:import namespace="8c74f92f-9345-451a-8fcd-82ad1ddda40a"/>
    <xsd:element name="properties">
      <xsd:complexType>
        <xsd:sequence>
          <xsd:element name="documentManagement">
            <xsd:complexType>
              <xsd:all>
                <xsd:element ref="ns2:Description" minOccurs="0"/>
                <xsd:element ref="ns3:SharedWithUsers" minOccurs="0"/>
                <xsd:element ref="ns3:SharedWithDetails" minOccurs="0"/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19ae56-3fd1-4134-ad5d-f1df2bf4580a" elementFormDefault="qualified">
    <xsd:import namespace="http://schemas.microsoft.com/office/2006/documentManagement/types"/>
    <xsd:import namespace="http://schemas.microsoft.com/office/infopath/2007/PartnerControls"/>
    <xsd:element name="Description" ma:index="4" nillable="true" ma:displayName="Description" ma:description="" ma:internalName="Description0" ma:readOnly="false">
      <xsd:simpleType>
        <xsd:restriction base="dms:Note">
          <xsd:maxLength value="255"/>
        </xsd:restriction>
      </xsd:simple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3" nillable="true" ma:displayName="MediaServiceObjectDetectorVersions" ma:description="" ma:hidden="true" ma:internalName="MediaServiceObjectDetectorVersions" ma:readOnly="true">
      <xsd:simpleType>
        <xsd:restriction base="dms:Text"/>
      </xsd:simpleType>
    </xsd:element>
    <xsd:element name="MediaServiceSearchProperties" ma:index="1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a45bf55a-4f35-4525-96d9-1748649c08e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c74f92f-9345-451a-8fcd-82ad1ddda40a" elementFormDefault="qualified">
    <xsd:import namespace="http://schemas.microsoft.com/office/2006/documentManagement/types"/>
    <xsd:import namespace="http://schemas.microsoft.com/office/infopath/2007/PartnerControls"/>
    <xsd:element name="SharedWithUsers" ma:index="5" nillable="true" ma:displayName="Shared With" ma:SearchPeopleOnly="false" ma:SharePointGroup="0" ma:internalName="SharedWithUsers" ma:readOnly="true" ma:showField="ImnNam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7" nillable="true" ma:displayName="Taxonomy Catch All Column" ma:hidden="true" ma:list="{926a618a-99ec-4bae-a069-be77b10f9dbe}" ma:internalName="TaxCatchAll" ma:showField="CatchAllData" ma:web="8c74f92f-9345-451a-8fcd-82ad1ddda40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6" ma:displayName="Content Type"/>
        <xsd:element ref="dc:title" minOccurs="0" maxOccurs="1" ma:index="3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c19ae56-3fd1-4134-ad5d-f1df2bf4580a">
      <Terms xmlns="http://schemas.microsoft.com/office/infopath/2007/PartnerControls"/>
    </lcf76f155ced4ddcb4097134ff3c332f>
    <Description xmlns="0c19ae56-3fd1-4134-ad5d-f1df2bf4580a" xsi:nil="true"/>
    <TaxCatchAll xmlns="8c74f92f-9345-451a-8fcd-82ad1ddda40a" xsi:nil="true"/>
  </documentManagement>
</p:properties>
</file>

<file path=customXml/itemProps1.xml><?xml version="1.0" encoding="utf-8"?>
<ds:datastoreItem xmlns:ds="http://schemas.openxmlformats.org/officeDocument/2006/customXml" ds:itemID="{53B6361E-0AF8-49E9-9C6B-2065513656F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c19ae56-3fd1-4134-ad5d-f1df2bf4580a"/>
    <ds:schemaRef ds:uri="8c74f92f-9345-451a-8fcd-82ad1ddda40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21119AB-CB0F-4117-84F7-68CA107711C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4BDD1DF-4737-4B83-8C3D-A9062E17BE16}">
  <ds:schemaRefs>
    <ds:schemaRef ds:uri="http://schemas.microsoft.com/office/2006/metadata/properties"/>
    <ds:schemaRef ds:uri="http://schemas.microsoft.com/office/infopath/2007/PartnerControls"/>
    <ds:schemaRef ds:uri="0c19ae56-3fd1-4134-ad5d-f1df2bf4580a"/>
    <ds:schemaRef ds:uri="8c74f92f-9345-451a-8fcd-82ad1ddda40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70</Words>
  <Application>Microsoft Office PowerPoint</Application>
  <PresentationFormat>Widescreen</PresentationFormat>
  <Paragraphs>18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&lt;Application Name&gt;  Part 1: Presentation and Demonstration</vt:lpstr>
      <vt:lpstr>Web Application Features</vt:lpstr>
      <vt:lpstr>SCM Strategies and Best Practices</vt:lpstr>
      <vt:lpstr>Live Demonstration of SCM</vt:lpstr>
      <vt:lpstr>Live Demonstration of  Web Application</vt:lpstr>
      <vt:lpstr>Additional Features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Part 1a: Implementation of DevOps Practices  Presentation and Demonstration</dc:title>
  <dc:creator>Huimei HU (TP)</dc:creator>
  <cp:lastModifiedBy>Huimei HU (TP)</cp:lastModifiedBy>
  <cp:revision>9</cp:revision>
  <dcterms:created xsi:type="dcterms:W3CDTF">2023-10-14T12:45:38Z</dcterms:created>
  <dcterms:modified xsi:type="dcterms:W3CDTF">2025-10-16T13:30:54Z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69d7fc4-da81-42e5-b309-526f71322d86_Enabled">
    <vt:lpwstr>true</vt:lpwstr>
  </property>
  <property fmtid="{D5CDD505-2E9C-101B-9397-08002B2CF9AE}" pid="3" name="MSIP_Label_f69d7fc4-da81-42e5-b309-526f71322d86_SetDate">
    <vt:lpwstr>2023-10-14T12:47:47Z</vt:lpwstr>
  </property>
  <property fmtid="{D5CDD505-2E9C-101B-9397-08002B2CF9AE}" pid="4" name="MSIP_Label_f69d7fc4-da81-42e5-b309-526f71322d86_Method">
    <vt:lpwstr>Privileged</vt:lpwstr>
  </property>
  <property fmtid="{D5CDD505-2E9C-101B-9397-08002B2CF9AE}" pid="5" name="MSIP_Label_f69d7fc4-da81-42e5-b309-526f71322d86_Name">
    <vt:lpwstr>Non Sensitive</vt:lpwstr>
  </property>
  <property fmtid="{D5CDD505-2E9C-101B-9397-08002B2CF9AE}" pid="6" name="MSIP_Label_f69d7fc4-da81-42e5-b309-526f71322d86_SiteId">
    <vt:lpwstr>25a99bf0-8e72-472a-ae50-adfbdf0df6f1</vt:lpwstr>
  </property>
  <property fmtid="{D5CDD505-2E9C-101B-9397-08002B2CF9AE}" pid="7" name="MSIP_Label_f69d7fc4-da81-42e5-b309-526f71322d86_ActionId">
    <vt:lpwstr>dd0a2bcd-629e-4f2a-aacd-abfb233ea126</vt:lpwstr>
  </property>
  <property fmtid="{D5CDD505-2E9C-101B-9397-08002B2CF9AE}" pid="8" name="MSIP_Label_f69d7fc4-da81-42e5-b309-526f71322d86_ContentBits">
    <vt:lpwstr>0</vt:lpwstr>
  </property>
  <property fmtid="{D5CDD505-2E9C-101B-9397-08002B2CF9AE}" pid="9" name="ContentTypeId">
    <vt:lpwstr>0x0101006AAAFB2A4F81AF499435FEF2B8BF6527</vt:lpwstr>
  </property>
  <property fmtid="{D5CDD505-2E9C-101B-9397-08002B2CF9AE}" pid="10" name="MediaServiceImageTags">
    <vt:lpwstr/>
  </property>
</Properties>
</file>